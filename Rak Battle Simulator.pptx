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F2FCE-5BC7-4646-82F3-25CD2B63F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9CE7A4-3A97-4284-8EB4-6815168C3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9495B9-BE68-4B06-AEA4-CDB7484D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E55414-6A92-42B4-910F-4E09714D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94E44D-8585-4E91-84B1-BD4225BB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20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43028-7B6E-46B5-A7CC-9FAE98E7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B1E73-4074-424C-A4BA-1D2085769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AF179F-4DFF-4064-819C-9220261E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85340E-FFCB-4467-8B37-B2C580DC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5DB65-EEC4-4E1D-80AB-2797E877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838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11111-5FB1-42AC-A5F0-C8356702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1A3169-79EF-4A9C-B5D6-5B8D90E44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6EE0E4-62B0-436C-B1B8-95659CE3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4DE5E3-F7B9-4D6B-9D16-9123BD60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F6A7C8-2428-4B7F-961B-D225E053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72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CB31D-B287-438C-96B8-1DE8B08A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C8908B-483F-4B73-AB8C-EEAD6A6E5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EBBDFE-D8A1-4C22-83E3-7CB0C3E36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E2DE5A-E830-421C-A5FF-9FAFA001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2E5583-2242-43BA-B1D8-22659E14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791610-A9E0-495F-9A1D-CAF93231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04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DE140-84C0-423E-B8D5-2E904C3D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92AD5F-E993-4A97-819E-1B5C667B5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5F127A-CBA9-4022-B2E2-3F800813C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94C1FF-9539-41A5-87A5-86267B822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2B01EF-5550-40B5-BBBB-F47759CF5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F533337-1783-4794-A71F-A838D9C74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5BF2EA-7166-4308-938E-4B27195D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8365A1-1FEE-48B2-BB5D-C51A55A7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68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D775B-2E52-4363-BFDA-D3408A8A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9392EF-7987-427F-85AC-E26F69E8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E938B0-F2A8-45CE-BFFA-748A766F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1AF562-AE18-46F4-BDB0-140EA1D7B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41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5D755B4-E790-47FF-B80C-D9AF80B0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2F2B2B-84F9-41D1-BA14-3D8A3A17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F4A648-887B-4D98-A18A-D6BE746B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66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3402E-5F6C-4B2B-9A5D-8378E8BC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3A9936-434B-4F0F-8331-2C6FEE21E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F8B071-C6F8-4C1E-A68D-8F31337FB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037E8-3B2D-4916-8AA6-CB716629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E3CC1C-9D9B-4B73-B046-826DD699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EABA86-92DF-4C27-ADF9-2EDF87DF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06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4B192-C151-4B35-89B9-71F37F1E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2B61667-A325-4345-8780-9A348D94C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0EF27E-A65D-457D-8E14-622A1479C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F0EDD1-9498-4B71-8BFA-9F0A48E3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E50AE6-3CE5-4B2B-BC6D-F245F582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7A88A8-8A69-40CC-82D6-2A991DDC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7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54641-896D-4A8D-84ED-AFC7EDF3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94905E-F2FC-437C-965F-BA5F0F3F6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A22A6B-9E8B-43D4-B5C9-731EA2D1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CA359-D5CE-485E-9FFB-5BE51FCC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55A509-3570-4990-87FF-067CBAA8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7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0F145A-074E-4ADE-A73C-255DDCF33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066CC1-1D7F-4FCA-AF4E-513E8385B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50F5A-ED39-4AAB-874F-9F0B5F691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727E63-CC88-4700-9BBB-3E83AA8A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9B6ED9-C7B8-4A4F-972F-4A59F22B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9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854AD-1182-44DC-A815-B73179E6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0EC89F-939E-447B-84DA-48A16451A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35F688-D4C3-4237-8DBB-F424D623C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4224E-3694-4E47-9E6D-39EE966A0F06}" type="datetimeFigureOut">
              <a:rPr lang="ru-RU" smtClean="0"/>
              <a:t>28.02.2025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025776-0EE3-4F99-A3EB-2E7855101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976168-495E-4DBF-BAAA-3EDC3D2BA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D443E-818E-4AD1-813E-971F01DAF3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62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1072EB-0554-45CC-85BE-68C818B08C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Карусев</a:t>
            </a:r>
            <a:r>
              <a:rPr lang="ru-RU" dirty="0"/>
              <a:t> Роман и Воеводин Тимофей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F19626-AE5D-45F9-A85C-4F0E03BAB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017" y="1600200"/>
            <a:ext cx="66675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80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3D079-206B-4AC9-9DA5-37DDD4F0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32FD3-2A22-4BD7-AA41-07152A7A9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  <a:p>
            <a:r>
              <a:rPr lang="ru-RU" dirty="0"/>
              <a:t>Используемые спрайты</a:t>
            </a:r>
          </a:p>
          <a:p>
            <a:r>
              <a:rPr lang="ru-RU" dirty="0"/>
              <a:t>Гейм-дизайн</a:t>
            </a:r>
          </a:p>
          <a:p>
            <a:r>
              <a:rPr lang="ru-RU" dirty="0"/>
              <a:t>Логика кода</a:t>
            </a:r>
          </a:p>
        </p:txBody>
      </p:sp>
    </p:spTree>
    <p:extLst>
      <p:ext uri="{BB962C8B-B14F-4D97-AF65-F5344CB8AC3E}">
        <p14:creationId xmlns:p14="http://schemas.microsoft.com/office/powerpoint/2010/main" val="417657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14D04-D7A2-480B-97BF-11E814734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45333C-9FF5-4062-B031-443B5414F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386"/>
            <a:ext cx="10515600" cy="4351338"/>
          </a:xfrm>
        </p:spPr>
        <p:txBody>
          <a:bodyPr/>
          <a:lstStyle/>
          <a:p>
            <a:r>
              <a:rPr lang="en-US" dirty="0" err="1"/>
              <a:t>Rak</a:t>
            </a:r>
            <a:r>
              <a:rPr lang="en-US" dirty="0"/>
              <a:t> Battle simulator – 2D </a:t>
            </a:r>
            <a:r>
              <a:rPr lang="ru-RU" dirty="0"/>
              <a:t>шутер</a:t>
            </a:r>
            <a:r>
              <a:rPr lang="en-US" dirty="0"/>
              <a:t>.</a:t>
            </a:r>
            <a:r>
              <a:rPr lang="ru-RU" dirty="0"/>
              <a:t> Персонаж выполнен в виде спрайта с возможностью перемещения и стрельбы</a:t>
            </a:r>
            <a:r>
              <a:rPr lang="en-US" dirty="0"/>
              <a:t>, </a:t>
            </a:r>
            <a:r>
              <a:rPr lang="ru-RU" dirty="0"/>
              <a:t>проработана коллизия с масками врагов</a:t>
            </a:r>
            <a:r>
              <a:rPr lang="en-US" dirty="0"/>
              <a:t>. </a:t>
            </a:r>
            <a:r>
              <a:rPr lang="ru-RU" dirty="0"/>
              <a:t>Пока что в игре реализовано 2 игровых режима(сюжетный и БЕСКОНЕЧНЫЙ!) в которых присутствуют волны врагов</a:t>
            </a:r>
            <a:r>
              <a:rPr lang="en-US" dirty="0"/>
              <a:t>, </a:t>
            </a:r>
            <a:r>
              <a:rPr lang="ru-RU" dirty="0"/>
              <a:t>сюжетный режим содержит уровни с определенными врагами и их количеством</a:t>
            </a:r>
            <a:r>
              <a:rPr lang="en-US" dirty="0"/>
              <a:t>, </a:t>
            </a:r>
            <a:r>
              <a:rPr lang="ru-RU" dirty="0"/>
              <a:t>а так же условием победы</a:t>
            </a:r>
            <a:r>
              <a:rPr lang="en-US" dirty="0"/>
              <a:t>. </a:t>
            </a:r>
            <a:r>
              <a:rPr lang="ru-RU" dirty="0"/>
              <a:t>А БЕСКОНЕЧНЫЙ</a:t>
            </a:r>
            <a:r>
              <a:rPr lang="en-US" dirty="0"/>
              <a:t>!</a:t>
            </a:r>
            <a:r>
              <a:rPr lang="ru-RU" dirty="0"/>
              <a:t> Не имеет ограничений по волнам врагов и оканчивается смертью персонажа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297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EFA10-2382-49FB-AA4C-3440212F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спрайты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3D0090D-6BA1-4B17-B5C3-BF39A9A3D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43" y="1498842"/>
            <a:ext cx="3494903" cy="1342374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D5502C-C586-4A99-8949-2C1141E03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9" y="1374693"/>
            <a:ext cx="1905000" cy="15906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567DC5-1351-459F-BEF9-0911C34499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303" y="1008430"/>
            <a:ext cx="3234478" cy="232319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64EB1A4-FDE9-43C5-9614-2B33115751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35" y="427949"/>
            <a:ext cx="1905000" cy="883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A364A2-DFA1-4F08-8B7B-7AC28E6F6769}"/>
              </a:ext>
            </a:extLst>
          </p:cNvPr>
          <p:cNvSpPr txBox="1"/>
          <p:nvPr/>
        </p:nvSpPr>
        <p:spPr>
          <a:xfrm>
            <a:off x="1054443" y="3847070"/>
            <a:ext cx="10157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Вся коллизия реализована через коллизию масок спрайтов</a:t>
            </a:r>
            <a:r>
              <a:rPr lang="en-US" dirty="0"/>
              <a:t>. </a:t>
            </a:r>
            <a:r>
              <a:rPr lang="ru-RU" dirty="0"/>
              <a:t>Это делает геймплей приятнее и удобнее</a:t>
            </a:r>
            <a:r>
              <a:rPr lang="en-US" dirty="0"/>
              <a:t>, </a:t>
            </a:r>
            <a:r>
              <a:rPr lang="ru-RU" dirty="0"/>
              <a:t>избегая невидимых соприкосновений</a:t>
            </a:r>
            <a:r>
              <a:rPr lang="en-US" dirty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242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BF237-5140-4D50-A263-6AC3BEFA6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Гейм-дизайн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D5BEE2E-F48C-43AF-BEAC-E4912526B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92951"/>
            <a:ext cx="4339016" cy="24047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AFB1CB-1386-4D6E-BA5C-63B1075D4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545" y="1392951"/>
            <a:ext cx="4341341" cy="240479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6D422B-907B-4F53-9E0F-B21AED62A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49615"/>
            <a:ext cx="4341341" cy="2404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135BB2-AFE2-47D2-AA38-98C8AE1BF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544" y="3949615"/>
            <a:ext cx="4341342" cy="240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4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E98076-7FAE-450C-9CEE-D9A48169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460"/>
            <a:ext cx="10515600" cy="1325563"/>
          </a:xfrm>
        </p:spPr>
        <p:txBody>
          <a:bodyPr/>
          <a:lstStyle/>
          <a:p>
            <a:r>
              <a:rPr lang="ru-RU" dirty="0"/>
              <a:t>Логика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95C91-0B75-474C-9857-280688C4A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2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главном цикле идет проверка режима игры и вызываются соответствующие функции</a:t>
            </a:r>
            <a:r>
              <a:rPr lang="en-US" dirty="0"/>
              <a:t>, </a:t>
            </a:r>
            <a:r>
              <a:rPr lang="ru-RU" dirty="0"/>
              <a:t>которые настраивают окно</a:t>
            </a:r>
            <a:r>
              <a:rPr lang="en-US" dirty="0"/>
              <a:t>.</a:t>
            </a:r>
            <a:r>
              <a:rPr lang="ru-RU" dirty="0"/>
              <a:t>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Идёт обработка нажатий клавиш или мыши и соответственно переключает режим игры. </a:t>
            </a:r>
            <a:r>
              <a:rPr lang="en-US" dirty="0"/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Появление врагов(на уровне)реализовано через заготовленный список</a:t>
            </a:r>
            <a:r>
              <a:rPr lang="en-US" dirty="0"/>
              <a:t>,</a:t>
            </a:r>
            <a:r>
              <a:rPr lang="ru-RU" dirty="0"/>
              <a:t> а в бесконечном режиме все враги </a:t>
            </a:r>
          </a:p>
        </p:txBody>
      </p:sp>
    </p:spTree>
    <p:extLst>
      <p:ext uri="{BB962C8B-B14F-4D97-AF65-F5344CB8AC3E}">
        <p14:creationId xmlns:p14="http://schemas.microsoft.com/office/powerpoint/2010/main" val="69295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36B5A-15DC-474A-8A29-787801F4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Комбо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3A74B0-3E89-4601-95E9-F4ECE8AA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+ D + Space </a:t>
            </a:r>
            <a:r>
              <a:rPr lang="ru-RU" dirty="0"/>
              <a:t>=</a:t>
            </a:r>
            <a:r>
              <a:rPr lang="en-US" dirty="0"/>
              <a:t> </a:t>
            </a:r>
            <a:r>
              <a:rPr lang="ru-RU" dirty="0"/>
              <a:t>Тройной </a:t>
            </a:r>
            <a:r>
              <a:rPr lang="ru-RU" dirty="0" err="1"/>
              <a:t>выстер</a:t>
            </a:r>
            <a:endParaRPr lang="ru-RU" dirty="0"/>
          </a:p>
          <a:p>
            <a:r>
              <a:rPr lang="en-US" dirty="0"/>
              <a:t>W + W + S + S + A + D + A + D + Q + E </a:t>
            </a:r>
            <a:r>
              <a:rPr lang="ru-RU" dirty="0"/>
              <a:t>= +10000 </a:t>
            </a:r>
            <a:r>
              <a:rPr lang="ru-RU" dirty="0" err="1"/>
              <a:t>хп</a:t>
            </a:r>
            <a:r>
              <a:rPr lang="ru-RU" dirty="0"/>
              <a:t> и </a:t>
            </a:r>
            <a:r>
              <a:rPr lang="ru-RU" dirty="0" err="1"/>
              <a:t>выстер</a:t>
            </a:r>
            <a:r>
              <a:rPr lang="ru-RU" dirty="0"/>
              <a:t> 10 пуль</a:t>
            </a:r>
          </a:p>
        </p:txBody>
      </p:sp>
    </p:spTree>
    <p:extLst>
      <p:ext uri="{BB962C8B-B14F-4D97-AF65-F5344CB8AC3E}">
        <p14:creationId xmlns:p14="http://schemas.microsoft.com/office/powerpoint/2010/main" val="2665423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9E884-0DAA-D896-A091-273A41F45F6B}"/>
              </a:ext>
            </a:extLst>
          </p:cNvPr>
          <p:cNvSpPr txBox="1"/>
          <p:nvPr/>
        </p:nvSpPr>
        <p:spPr>
          <a:xfrm>
            <a:off x="3322228" y="538842"/>
            <a:ext cx="5547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Дальнейшие доработки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6A285-182E-486F-ECC7-CD7DE78708AD}"/>
              </a:ext>
            </a:extLst>
          </p:cNvPr>
          <p:cNvSpPr txBox="1"/>
          <p:nvPr/>
        </p:nvSpPr>
        <p:spPr>
          <a:xfrm>
            <a:off x="1534886" y="1771650"/>
            <a:ext cx="664521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Режим дуэли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Полная настройка управления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Добавление новых видов врагов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Добавление босса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Добавление музыки и звуковых </a:t>
            </a:r>
            <a:r>
              <a:rPr lang="ru-RU" sz="2800" dirty="0" err="1"/>
              <a:t>эфектов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836528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211</Words>
  <Application>Microsoft Office PowerPoint</Application>
  <PresentationFormat>Широкоэкранный</PresentationFormat>
  <Paragraphs>26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Содержание</vt:lpstr>
      <vt:lpstr>Введение</vt:lpstr>
      <vt:lpstr>Используемые спрайты </vt:lpstr>
      <vt:lpstr>Гейм-дизайн</vt:lpstr>
      <vt:lpstr>Логика Кода</vt:lpstr>
      <vt:lpstr>Комбо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Тимофей Воеводин</dc:creator>
  <cp:lastModifiedBy>Тимофей Воеводин</cp:lastModifiedBy>
  <cp:revision>3</cp:revision>
  <dcterms:created xsi:type="dcterms:W3CDTF">2025-02-27T19:47:40Z</dcterms:created>
  <dcterms:modified xsi:type="dcterms:W3CDTF">2025-02-28T09:39:36Z</dcterms:modified>
</cp:coreProperties>
</file>